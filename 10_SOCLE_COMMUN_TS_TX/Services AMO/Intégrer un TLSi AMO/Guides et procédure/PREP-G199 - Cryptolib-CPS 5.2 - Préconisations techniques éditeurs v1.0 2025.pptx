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51" r:id="rId4"/>
  </p:sldMasterIdLst>
  <p:notesMasterIdLst>
    <p:notesMasterId r:id="rId9"/>
  </p:notesMasterIdLst>
  <p:handoutMasterIdLst>
    <p:handoutMasterId r:id="rId10"/>
  </p:handoutMasterIdLst>
  <p:sldIdLst>
    <p:sldId id="256" r:id="rId5"/>
    <p:sldId id="305" r:id="rId6"/>
    <p:sldId id="306" r:id="rId7"/>
    <p:sldId id="27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8F"/>
    <a:srgbClr val="99FF99"/>
    <a:srgbClr val="112354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354" autoAdjust="0"/>
    <p:restoredTop sz="95735" autoAdjust="0"/>
  </p:normalViewPr>
  <p:slideViewPr>
    <p:cSldViewPr snapToGrid="0">
      <p:cViewPr varScale="1">
        <p:scale>
          <a:sx n="59" d="100"/>
          <a:sy n="59" d="100"/>
        </p:scale>
        <p:origin x="76" y="268"/>
      </p:cViewPr>
      <p:guideLst/>
    </p:cSldViewPr>
  </p:slideViewPr>
  <p:outlineViewPr>
    <p:cViewPr>
      <p:scale>
        <a:sx n="33" d="100"/>
        <a:sy n="33" d="100"/>
      </p:scale>
      <p:origin x="0" y="-303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171"/>
    </p:cViewPr>
  </p:sorterViewPr>
  <p:notesViewPr>
    <p:cSldViewPr snapToGrid="0" showGuides="1">
      <p:cViewPr varScale="1">
        <p:scale>
          <a:sx n="70" d="100"/>
          <a:sy n="70" d="100"/>
        </p:scale>
        <p:origin x="2971" y="6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8692214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A195D0-85F7-485C-8880-167F9E47D5FB}" type="datetime1">
              <a:rPr lang="fr-FR" smtClean="0"/>
              <a:t>15/04/2025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A0326B-F6B4-4A08-9FA7-AA5718F47CB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61830247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3BD0C48-C3E1-4B04-8D66-5FAAD4938831}" type="datetime1">
              <a:rPr lang="fr-FR" smtClean="0"/>
              <a:t>15/04/2025</a:t>
            </a:fld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A0326B-F6B4-4A08-9FA7-AA5718F47CB6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906515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6204" y="453316"/>
            <a:ext cx="2699591" cy="762635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0" y="2479589"/>
            <a:ext cx="12192000" cy="1829445"/>
          </a:xfrm>
          <a:prstGeom prst="rect">
            <a:avLst/>
          </a:prstGeom>
        </p:spPr>
        <p:txBody>
          <a:bodyPr anchor="ctr" anchorCtr="1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200" b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 smtClean="0"/>
              <a:t>JE SUIS UN TITRE</a:t>
            </a:r>
            <a:endParaRPr lang="fr-FR" dirty="0"/>
          </a:p>
        </p:txBody>
      </p:sp>
      <p:sp>
        <p:nvSpPr>
          <p:cNvPr id="11" name="Text Placeholder 2"/>
          <p:cNvSpPr>
            <a:spLocks noGrp="1"/>
          </p:cNvSpPr>
          <p:nvPr>
            <p:ph idx="1" hasCustomPrompt="1"/>
          </p:nvPr>
        </p:nvSpPr>
        <p:spPr>
          <a:xfrm>
            <a:off x="0" y="4309034"/>
            <a:ext cx="12191999" cy="1014081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>
              <a:buNone/>
              <a:defRPr sz="32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 smtClean="0"/>
              <a:t>Je suis un sous-titre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6775029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Ellipse 7"/>
          <p:cNvSpPr/>
          <p:nvPr userDrawn="1"/>
        </p:nvSpPr>
        <p:spPr>
          <a:xfrm>
            <a:off x="1927225" y="-739775"/>
            <a:ext cx="8337550" cy="83375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1927225" y="1797050"/>
            <a:ext cx="8337550" cy="3613150"/>
          </a:xfrm>
          <a:prstGeom prst="rect">
            <a:avLst/>
          </a:prstGeom>
        </p:spPr>
        <p:txBody>
          <a:bodyPr anchor="ctr" anchorCtr="1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1" spc="300"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 smtClean="0"/>
              <a:t>JE SUIS UN TITRE</a:t>
            </a:r>
            <a:br>
              <a:rPr lang="fr-FR" dirty="0" smtClean="0"/>
            </a:br>
            <a:r>
              <a:rPr lang="fr-FR" dirty="0" smtClean="0"/>
              <a:t>DE CHAPITRE</a:t>
            </a:r>
            <a:endParaRPr lang="fr-FR" dirty="0"/>
          </a:p>
        </p:txBody>
      </p:sp>
      <p:sp>
        <p:nvSpPr>
          <p:cNvPr id="15" name="Espace réservé du texte 14"/>
          <p:cNvSpPr>
            <a:spLocks noGrp="1"/>
          </p:cNvSpPr>
          <p:nvPr>
            <p:ph type="body" sz="quarter" idx="10" hasCustomPrompt="1"/>
          </p:nvPr>
        </p:nvSpPr>
        <p:spPr>
          <a:xfrm>
            <a:off x="1927225" y="469900"/>
            <a:ext cx="8337550" cy="132715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 smtClean="0"/>
              <a:t>1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26932908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Ellipse 7"/>
          <p:cNvSpPr/>
          <p:nvPr userDrawn="1"/>
        </p:nvSpPr>
        <p:spPr>
          <a:xfrm>
            <a:off x="1927225" y="-739775"/>
            <a:ext cx="8337550" cy="83375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1927225" y="1797050"/>
            <a:ext cx="8337550" cy="3613150"/>
          </a:xfrm>
          <a:prstGeom prst="rect">
            <a:avLst/>
          </a:prstGeom>
        </p:spPr>
        <p:txBody>
          <a:bodyPr anchor="ctr" anchorCtr="1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1" spc="300">
                <a:solidFill>
                  <a:schemeClr val="accent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 smtClean="0"/>
              <a:t>JE SUIS UN TITRE</a:t>
            </a:r>
            <a:br>
              <a:rPr lang="fr-FR" dirty="0" smtClean="0"/>
            </a:br>
            <a:r>
              <a:rPr lang="fr-FR" dirty="0" smtClean="0"/>
              <a:t>DE SOUS-CHAPITRE</a:t>
            </a:r>
            <a:endParaRPr lang="fr-FR" dirty="0"/>
          </a:p>
        </p:txBody>
      </p:sp>
      <p:sp>
        <p:nvSpPr>
          <p:cNvPr id="15" name="Espace réservé du texte 14"/>
          <p:cNvSpPr>
            <a:spLocks noGrp="1"/>
          </p:cNvSpPr>
          <p:nvPr>
            <p:ph type="body" sz="quarter" idx="10" hasCustomPrompt="1"/>
          </p:nvPr>
        </p:nvSpPr>
        <p:spPr>
          <a:xfrm>
            <a:off x="1927225" y="469900"/>
            <a:ext cx="8337550" cy="132715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1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 smtClean="0"/>
              <a:t>1.1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66237610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/>
          <p:cNvSpPr>
            <a:spLocks noGrp="1"/>
          </p:cNvSpPr>
          <p:nvPr>
            <p:ph idx="1"/>
          </p:nvPr>
        </p:nvSpPr>
        <p:spPr>
          <a:xfrm>
            <a:off x="361545" y="1658983"/>
            <a:ext cx="11468910" cy="4741816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marL="342900" indent="-34290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0100" indent="-34290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57300" indent="-34290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5735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1455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8" name="Titre 1"/>
          <p:cNvSpPr>
            <a:spLocks noGrp="1"/>
          </p:cNvSpPr>
          <p:nvPr>
            <p:ph type="title" hasCustomPrompt="1"/>
          </p:nvPr>
        </p:nvSpPr>
        <p:spPr>
          <a:xfrm>
            <a:off x="361545" y="233344"/>
            <a:ext cx="11468910" cy="1241777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algn="l">
              <a:lnSpc>
                <a:spcPct val="100000"/>
              </a:lnSpc>
              <a:defRPr sz="4000" b="1">
                <a:solidFill>
                  <a:schemeClr val="accent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 smtClean="0"/>
              <a:t>Je suis un titre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8409164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1"/>
          <p:cNvSpPr>
            <a:spLocks noGrp="1"/>
          </p:cNvSpPr>
          <p:nvPr>
            <p:ph type="title" hasCustomPrompt="1"/>
          </p:nvPr>
        </p:nvSpPr>
        <p:spPr>
          <a:xfrm>
            <a:off x="361545" y="233344"/>
            <a:ext cx="11468910" cy="1241777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algn="l">
              <a:lnSpc>
                <a:spcPct val="100000"/>
              </a:lnSpc>
              <a:defRPr sz="4000" b="1">
                <a:solidFill>
                  <a:schemeClr val="accent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smtClean="0"/>
              <a:t>Je suis un titre</a:t>
            </a:r>
            <a:endParaRPr lang="fr-FR" dirty="0"/>
          </a:p>
        </p:txBody>
      </p:sp>
      <p:sp>
        <p:nvSpPr>
          <p:cNvPr id="5" name="Text Placeholder 2"/>
          <p:cNvSpPr>
            <a:spLocks noGrp="1"/>
          </p:cNvSpPr>
          <p:nvPr>
            <p:ph idx="16"/>
          </p:nvPr>
        </p:nvSpPr>
        <p:spPr>
          <a:xfrm>
            <a:off x="361544" y="1645919"/>
            <a:ext cx="5621245" cy="4880979"/>
          </a:xfrm>
          <a:prstGeom prst="rect">
            <a:avLst/>
          </a:prstGeom>
          <a:noFill/>
          <a:effectLst/>
        </p:spPr>
        <p:txBody>
          <a:bodyPr vert="horz" lIns="180000" tIns="180000" rIns="180000" bIns="180000" rtlCol="0" anchor="ctr" anchorCtr="0">
            <a:normAutofit/>
          </a:bodyPr>
          <a:lstStyle>
            <a:lvl1pPr marL="342900" indent="-34290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0100" indent="-34290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57300" indent="-34290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5735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1455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10" name="Text Placeholder 2"/>
          <p:cNvSpPr>
            <a:spLocks noGrp="1"/>
          </p:cNvSpPr>
          <p:nvPr>
            <p:ph idx="17"/>
          </p:nvPr>
        </p:nvSpPr>
        <p:spPr>
          <a:xfrm>
            <a:off x="6209210" y="1645919"/>
            <a:ext cx="5621245" cy="4880979"/>
          </a:xfrm>
          <a:prstGeom prst="rect">
            <a:avLst/>
          </a:prstGeom>
          <a:noFill/>
          <a:effectLst/>
        </p:spPr>
        <p:txBody>
          <a:bodyPr vert="horz" lIns="180000" tIns="180000" rIns="180000" bIns="180000" rtlCol="0" anchor="ctr" anchorCtr="0">
            <a:normAutofit/>
          </a:bodyPr>
          <a:lstStyle>
            <a:lvl1pPr marL="342900" indent="-34290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0100" indent="-34290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57300" indent="-34290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5735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1455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79599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1"/>
          <p:cNvSpPr>
            <a:spLocks noGrp="1"/>
          </p:cNvSpPr>
          <p:nvPr>
            <p:ph type="title" hasCustomPrompt="1"/>
          </p:nvPr>
        </p:nvSpPr>
        <p:spPr>
          <a:xfrm>
            <a:off x="361545" y="233344"/>
            <a:ext cx="11468910" cy="1241777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algn="l">
              <a:defRPr sz="4000" b="1">
                <a:solidFill>
                  <a:schemeClr val="accent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 smtClean="0"/>
              <a:t>Je suis un titre</a:t>
            </a:r>
            <a:endParaRPr lang="fr-FR" dirty="0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sz="quarter" idx="10" hasCustomPrompt="1"/>
          </p:nvPr>
        </p:nvSpPr>
        <p:spPr>
          <a:xfrm>
            <a:off x="5460502" y="1659303"/>
            <a:ext cx="6074001" cy="4741817"/>
          </a:xfrm>
          <a:prstGeom prst="rect">
            <a:avLst/>
          </a:prstGeom>
          <a:solidFill>
            <a:schemeClr val="bg2"/>
          </a:solidFill>
          <a:effectLst/>
        </p:spPr>
        <p:txBody>
          <a:bodyPr anchor="ctr" anchorCtr="1"/>
          <a:lstStyle>
            <a:lvl1pPr marL="0" indent="0" algn="ctr">
              <a:buNone/>
              <a:defRPr sz="1800"/>
            </a:lvl1pPr>
          </a:lstStyle>
          <a:p>
            <a:r>
              <a:rPr lang="fr-FR" dirty="0" smtClean="0"/>
              <a:t>Je suis une image</a:t>
            </a:r>
            <a:endParaRPr lang="fr-FR" dirty="0"/>
          </a:p>
        </p:txBody>
      </p:sp>
      <p:sp>
        <p:nvSpPr>
          <p:cNvPr id="5" name="Text Placeholder 2"/>
          <p:cNvSpPr>
            <a:spLocks noGrp="1"/>
          </p:cNvSpPr>
          <p:nvPr>
            <p:ph idx="16"/>
          </p:nvPr>
        </p:nvSpPr>
        <p:spPr>
          <a:xfrm>
            <a:off x="361544" y="1659303"/>
            <a:ext cx="4896255" cy="4741817"/>
          </a:xfrm>
          <a:prstGeom prst="rect">
            <a:avLst/>
          </a:prstGeom>
          <a:noFill/>
          <a:effectLst/>
        </p:spPr>
        <p:txBody>
          <a:bodyPr vert="horz" lIns="180000" tIns="180000" rIns="180000" bIns="180000" rtlCol="0" anchor="ctr" anchorCtr="0">
            <a:normAutofit/>
          </a:bodyPr>
          <a:lstStyle>
            <a:lvl1pPr marL="342900" indent="-34290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0100" indent="-34290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57300" indent="-34290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5735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1455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719113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1"/>
          <p:cNvSpPr>
            <a:spLocks noGrp="1"/>
          </p:cNvSpPr>
          <p:nvPr>
            <p:ph type="title" hasCustomPrompt="1"/>
          </p:nvPr>
        </p:nvSpPr>
        <p:spPr>
          <a:xfrm>
            <a:off x="361545" y="233344"/>
            <a:ext cx="11468910" cy="1241777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algn="l">
              <a:defRPr sz="4000" b="1">
                <a:solidFill>
                  <a:schemeClr val="accent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 smtClean="0"/>
              <a:t>Je suis un titre</a:t>
            </a:r>
            <a:endParaRPr lang="fr-FR" dirty="0"/>
          </a:p>
        </p:txBody>
      </p:sp>
      <p:sp>
        <p:nvSpPr>
          <p:cNvPr id="13" name="Espace réservé du texte 3"/>
          <p:cNvSpPr>
            <a:spLocks noGrp="1"/>
          </p:cNvSpPr>
          <p:nvPr>
            <p:ph type="body" sz="quarter" idx="13" hasCustomPrompt="1"/>
          </p:nvPr>
        </p:nvSpPr>
        <p:spPr>
          <a:xfrm>
            <a:off x="4592738" y="4648200"/>
            <a:ext cx="3009901" cy="1409700"/>
          </a:xfrm>
          <a:prstGeom prst="rect">
            <a:avLst/>
          </a:prstGeom>
        </p:spPr>
        <p:txBody>
          <a:bodyPr anchor="ctr" anchorCtr="1"/>
          <a:lstStyle>
            <a:lvl1pPr marL="0" indent="0">
              <a:buNone/>
              <a:defRPr sz="180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800">
                <a:solidFill>
                  <a:schemeClr val="bg1"/>
                </a:solidFill>
                <a:latin typeface="Arial Black" panose="020B0A04020102020204" pitchFamily="34" charset="0"/>
              </a:defRPr>
            </a:lvl4pPr>
            <a:lvl5pPr>
              <a:defRPr sz="1800">
                <a:solidFill>
                  <a:schemeClr val="bg1"/>
                </a:solidFill>
                <a:latin typeface="Arial Black" panose="020B0A04020102020204" pitchFamily="34" charset="0"/>
              </a:defRPr>
            </a:lvl5pPr>
          </a:lstStyle>
          <a:p>
            <a:pPr lvl="0"/>
            <a:r>
              <a:rPr lang="fr-FR" dirty="0" smtClean="0"/>
              <a:t>Je suis un chiffre important</a:t>
            </a:r>
          </a:p>
        </p:txBody>
      </p:sp>
      <p:sp>
        <p:nvSpPr>
          <p:cNvPr id="20" name="Espace réservé du texte 3"/>
          <p:cNvSpPr>
            <a:spLocks noGrp="1"/>
          </p:cNvSpPr>
          <p:nvPr>
            <p:ph type="body" sz="quarter" idx="15" hasCustomPrompt="1"/>
          </p:nvPr>
        </p:nvSpPr>
        <p:spPr>
          <a:xfrm>
            <a:off x="897038" y="4648200"/>
            <a:ext cx="3009901" cy="1409700"/>
          </a:xfrm>
          <a:prstGeom prst="rect">
            <a:avLst/>
          </a:prstGeom>
        </p:spPr>
        <p:txBody>
          <a:bodyPr anchor="ctr" anchorCtr="1"/>
          <a:lstStyle>
            <a:lvl1pPr marL="0" indent="0">
              <a:buNone/>
              <a:defRPr sz="180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800">
                <a:solidFill>
                  <a:schemeClr val="bg1"/>
                </a:solidFill>
                <a:latin typeface="Arial Black" panose="020B0A04020102020204" pitchFamily="34" charset="0"/>
              </a:defRPr>
            </a:lvl4pPr>
            <a:lvl5pPr>
              <a:defRPr sz="1800">
                <a:solidFill>
                  <a:schemeClr val="bg1"/>
                </a:solidFill>
                <a:latin typeface="Arial Black" panose="020B0A04020102020204" pitchFamily="34" charset="0"/>
              </a:defRPr>
            </a:lvl5pPr>
          </a:lstStyle>
          <a:p>
            <a:pPr lvl="0"/>
            <a:r>
              <a:rPr lang="fr-FR" dirty="0" smtClean="0"/>
              <a:t>Je suis un chiffre important</a:t>
            </a:r>
          </a:p>
        </p:txBody>
      </p:sp>
      <p:sp>
        <p:nvSpPr>
          <p:cNvPr id="21" name="Espace réservé du contenu 16"/>
          <p:cNvSpPr>
            <a:spLocks noGrp="1"/>
          </p:cNvSpPr>
          <p:nvPr>
            <p:ph sz="quarter" idx="16" hasCustomPrompt="1"/>
          </p:nvPr>
        </p:nvSpPr>
        <p:spPr>
          <a:xfrm>
            <a:off x="897038" y="1989138"/>
            <a:ext cx="3006523" cy="2659062"/>
          </a:xfrm>
          <a:prstGeom prst="roundRect">
            <a:avLst/>
          </a:prstGeom>
          <a:gradFill flip="none" rotWithShape="1">
            <a:gsLst>
              <a:gs pos="38000">
                <a:schemeClr val="tx2"/>
              </a:gs>
              <a:gs pos="0">
                <a:schemeClr val="tx1">
                  <a:lumMod val="75000"/>
                  <a:lumOff val="25000"/>
                </a:schemeClr>
              </a:gs>
            </a:gsLst>
            <a:lin ang="8100000" scaled="1"/>
            <a:tileRect/>
          </a:gradFill>
          <a:effectLst>
            <a:outerShdw blurRad="190500" dist="25400" algn="l" rotWithShape="0">
              <a:schemeClr val="tx1">
                <a:alpha val="50000"/>
              </a:schemeClr>
            </a:outerShdw>
          </a:effectLst>
        </p:spPr>
        <p:txBody>
          <a:bodyPr anchor="ctr" anchorCtr="1"/>
          <a:lstStyle>
            <a:lvl1pPr marL="0" indent="0">
              <a:buNone/>
              <a:defRPr sz="6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 smtClean="0"/>
              <a:t>10 000</a:t>
            </a:r>
          </a:p>
        </p:txBody>
      </p:sp>
      <p:sp>
        <p:nvSpPr>
          <p:cNvPr id="22" name="Espace réservé du texte 3"/>
          <p:cNvSpPr>
            <a:spLocks noGrp="1"/>
          </p:cNvSpPr>
          <p:nvPr>
            <p:ph type="body" sz="quarter" idx="17" hasCustomPrompt="1"/>
          </p:nvPr>
        </p:nvSpPr>
        <p:spPr>
          <a:xfrm>
            <a:off x="8291816" y="4648200"/>
            <a:ext cx="3009901" cy="1409700"/>
          </a:xfrm>
          <a:prstGeom prst="rect">
            <a:avLst/>
          </a:prstGeom>
        </p:spPr>
        <p:txBody>
          <a:bodyPr anchor="ctr" anchorCtr="1"/>
          <a:lstStyle>
            <a:lvl1pPr marL="0" indent="0">
              <a:buNone/>
              <a:defRPr sz="180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800">
                <a:solidFill>
                  <a:schemeClr val="bg1"/>
                </a:solidFill>
                <a:latin typeface="Arial Black" panose="020B0A04020102020204" pitchFamily="34" charset="0"/>
              </a:defRPr>
            </a:lvl4pPr>
            <a:lvl5pPr>
              <a:defRPr sz="1800">
                <a:solidFill>
                  <a:schemeClr val="bg1"/>
                </a:solidFill>
                <a:latin typeface="Arial Black" panose="020B0A04020102020204" pitchFamily="34" charset="0"/>
              </a:defRPr>
            </a:lvl5pPr>
          </a:lstStyle>
          <a:p>
            <a:pPr lvl="0"/>
            <a:r>
              <a:rPr lang="fr-FR" dirty="0" smtClean="0"/>
              <a:t>Je suis un chiffre important</a:t>
            </a:r>
          </a:p>
        </p:txBody>
      </p:sp>
      <p:sp>
        <p:nvSpPr>
          <p:cNvPr id="10" name="Espace réservé du contenu 16"/>
          <p:cNvSpPr>
            <a:spLocks noGrp="1"/>
          </p:cNvSpPr>
          <p:nvPr>
            <p:ph sz="quarter" idx="19" hasCustomPrompt="1"/>
          </p:nvPr>
        </p:nvSpPr>
        <p:spPr>
          <a:xfrm>
            <a:off x="4596116" y="1989138"/>
            <a:ext cx="3006523" cy="2659062"/>
          </a:xfrm>
          <a:prstGeom prst="roundRect">
            <a:avLst/>
          </a:prstGeom>
          <a:gradFill flip="none" rotWithShape="1">
            <a:gsLst>
              <a:gs pos="38000">
                <a:schemeClr val="tx2"/>
              </a:gs>
              <a:gs pos="0">
                <a:schemeClr val="tx1">
                  <a:lumMod val="75000"/>
                  <a:lumOff val="25000"/>
                </a:schemeClr>
              </a:gs>
            </a:gsLst>
            <a:lin ang="8100000" scaled="1"/>
            <a:tileRect/>
          </a:gradFill>
          <a:effectLst>
            <a:outerShdw blurRad="190500" dist="25400" algn="l" rotWithShape="0">
              <a:schemeClr val="tx1">
                <a:alpha val="50000"/>
              </a:schemeClr>
            </a:outerShdw>
          </a:effectLst>
        </p:spPr>
        <p:txBody>
          <a:bodyPr anchor="ctr" anchorCtr="1"/>
          <a:lstStyle>
            <a:lvl1pPr marL="0" indent="0">
              <a:buNone/>
              <a:defRPr sz="6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 smtClean="0"/>
              <a:t>10 000</a:t>
            </a:r>
          </a:p>
        </p:txBody>
      </p:sp>
      <p:sp>
        <p:nvSpPr>
          <p:cNvPr id="11" name="Espace réservé du contenu 16"/>
          <p:cNvSpPr>
            <a:spLocks noGrp="1"/>
          </p:cNvSpPr>
          <p:nvPr>
            <p:ph sz="quarter" idx="20" hasCustomPrompt="1"/>
          </p:nvPr>
        </p:nvSpPr>
        <p:spPr>
          <a:xfrm>
            <a:off x="8295194" y="1989138"/>
            <a:ext cx="3006523" cy="2659062"/>
          </a:xfrm>
          <a:prstGeom prst="roundRect">
            <a:avLst/>
          </a:prstGeom>
          <a:gradFill flip="none" rotWithShape="1">
            <a:gsLst>
              <a:gs pos="38000">
                <a:schemeClr val="tx2"/>
              </a:gs>
              <a:gs pos="0">
                <a:schemeClr val="tx1">
                  <a:lumMod val="75000"/>
                  <a:lumOff val="25000"/>
                </a:schemeClr>
              </a:gs>
            </a:gsLst>
            <a:lin ang="8100000" scaled="1"/>
            <a:tileRect/>
          </a:gradFill>
          <a:effectLst>
            <a:outerShdw blurRad="190500" dist="25400" algn="l" rotWithShape="0">
              <a:schemeClr val="tx1">
                <a:alpha val="50000"/>
              </a:schemeClr>
            </a:outerShdw>
          </a:effectLst>
        </p:spPr>
        <p:txBody>
          <a:bodyPr anchor="ctr" anchorCtr="1"/>
          <a:lstStyle>
            <a:lvl1pPr marL="0" indent="0">
              <a:buNone/>
              <a:defRPr sz="6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 smtClean="0"/>
              <a:t>10 000</a:t>
            </a:r>
          </a:p>
        </p:txBody>
      </p:sp>
    </p:spTree>
    <p:extLst>
      <p:ext uri="{BB962C8B-B14F-4D97-AF65-F5344CB8AC3E}">
        <p14:creationId xmlns:p14="http://schemas.microsoft.com/office/powerpoint/2010/main" val="292469497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llipse 2"/>
          <p:cNvSpPr/>
          <p:nvPr userDrawn="1"/>
        </p:nvSpPr>
        <p:spPr>
          <a:xfrm>
            <a:off x="-4118443" y="-1860097"/>
            <a:ext cx="10578193" cy="10578193"/>
          </a:xfrm>
          <a:prstGeom prst="ellipse">
            <a:avLst/>
          </a:prstGeom>
          <a:solidFill>
            <a:schemeClr val="tx2"/>
          </a:solidFill>
          <a:ln>
            <a:noFill/>
          </a:ln>
          <a:effectLst>
            <a:outerShdw blurRad="190500" dist="25400" algn="l" rotWithShape="0">
              <a:schemeClr val="tx1">
                <a:alpha val="50000"/>
              </a:scheme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2"/>
              </a:solidFill>
            </a:endParaRPr>
          </a:p>
        </p:txBody>
      </p:sp>
      <p:sp>
        <p:nvSpPr>
          <p:cNvPr id="7" name="Titre 1"/>
          <p:cNvSpPr>
            <a:spLocks noGrp="1"/>
          </p:cNvSpPr>
          <p:nvPr>
            <p:ph type="title" hasCustomPrompt="1"/>
          </p:nvPr>
        </p:nvSpPr>
        <p:spPr>
          <a:xfrm>
            <a:off x="7149527" y="556432"/>
            <a:ext cx="4373880" cy="1241777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algn="l">
              <a:defRPr sz="4000" b="1"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 smtClean="0"/>
              <a:t>Titre</a:t>
            </a:r>
            <a:endParaRPr lang="fr-FR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2" hasCustomPrompt="1"/>
          </p:nvPr>
        </p:nvSpPr>
        <p:spPr>
          <a:xfrm>
            <a:off x="657287" y="476250"/>
            <a:ext cx="4373880" cy="1321959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 smtClean="0"/>
              <a:t>Titre</a:t>
            </a:r>
            <a:endParaRPr lang="fr-FR" dirty="0"/>
          </a:p>
        </p:txBody>
      </p:sp>
      <p:sp>
        <p:nvSpPr>
          <p:cNvPr id="10" name="Text Placeholder 2"/>
          <p:cNvSpPr>
            <a:spLocks noGrp="1"/>
          </p:cNvSpPr>
          <p:nvPr>
            <p:ph idx="15"/>
          </p:nvPr>
        </p:nvSpPr>
        <p:spPr>
          <a:xfrm>
            <a:off x="657287" y="1985554"/>
            <a:ext cx="4373880" cy="4236911"/>
          </a:xfrm>
          <a:prstGeom prst="rect">
            <a:avLst/>
          </a:prstGeom>
          <a:noFill/>
          <a:effectLst/>
        </p:spPr>
        <p:txBody>
          <a:bodyPr vert="horz" lIns="180000" tIns="180000" rIns="180000" bIns="180000" rtlCol="0" anchor="ctr" anchorCtr="0">
            <a:normAutofit/>
          </a:bodyPr>
          <a:lstStyle>
            <a:lvl1pPr marL="342900" indent="-34290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0100" indent="-34290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57300" indent="-34290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5735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1455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idx="16"/>
          </p:nvPr>
        </p:nvSpPr>
        <p:spPr>
          <a:xfrm>
            <a:off x="7149527" y="1985554"/>
            <a:ext cx="4373880" cy="4236911"/>
          </a:xfrm>
          <a:prstGeom prst="rect">
            <a:avLst/>
          </a:prstGeom>
          <a:noFill/>
          <a:effectLst/>
        </p:spPr>
        <p:txBody>
          <a:bodyPr vert="horz" lIns="180000" tIns="180000" rIns="180000" bIns="180000" rtlCol="0" anchor="ctr" anchorCtr="0">
            <a:normAutofit/>
          </a:bodyPr>
          <a:lstStyle>
            <a:lvl1pPr marL="342900" indent="-34290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0100" indent="-34290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57300" indent="-34290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5735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1455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6835421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725558" y="0"/>
            <a:ext cx="10361771" cy="6921747"/>
          </a:xfrm>
          <a:prstGeom prst="rect">
            <a:avLst/>
          </a:prstGeom>
        </p:spPr>
      </p:pic>
      <p:sp>
        <p:nvSpPr>
          <p:cNvPr id="3" name="Ellipse 2"/>
          <p:cNvSpPr/>
          <p:nvPr userDrawn="1"/>
        </p:nvSpPr>
        <p:spPr>
          <a:xfrm>
            <a:off x="5562600" y="-1860097"/>
            <a:ext cx="10578193" cy="1057819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Text Placeholder 2"/>
          <p:cNvSpPr>
            <a:spLocks noGrp="1"/>
          </p:cNvSpPr>
          <p:nvPr>
            <p:ph idx="10"/>
          </p:nvPr>
        </p:nvSpPr>
        <p:spPr>
          <a:xfrm>
            <a:off x="7149527" y="1798209"/>
            <a:ext cx="4373880" cy="4424257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57350" indent="-285750"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14550" indent="-285750"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Titre 1"/>
          <p:cNvSpPr>
            <a:spLocks noGrp="1"/>
          </p:cNvSpPr>
          <p:nvPr>
            <p:ph type="title" hasCustomPrompt="1"/>
          </p:nvPr>
        </p:nvSpPr>
        <p:spPr>
          <a:xfrm>
            <a:off x="7149527" y="556432"/>
            <a:ext cx="4373880" cy="1241777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algn="l">
              <a:defRPr sz="4000" b="1">
                <a:solidFill>
                  <a:schemeClr val="tx2"/>
                </a:solidFill>
                <a:effectLst/>
                <a:latin typeface="+mj-lt"/>
              </a:defRPr>
            </a:lvl1pPr>
          </a:lstStyle>
          <a:p>
            <a:r>
              <a:rPr lang="fr-FR" dirty="0" smtClean="0"/>
              <a:t>Titre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05363659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e 11"/>
          <p:cNvGrpSpPr/>
          <p:nvPr userDrawn="1"/>
        </p:nvGrpSpPr>
        <p:grpSpPr>
          <a:xfrm>
            <a:off x="625364" y="2317138"/>
            <a:ext cx="11023734" cy="3251334"/>
            <a:chOff x="624840" y="1803333"/>
            <a:chExt cx="11023734" cy="3251334"/>
          </a:xfrm>
        </p:grpSpPr>
        <p:sp>
          <p:nvSpPr>
            <p:cNvPr id="3" name="Ellipse 2"/>
            <p:cNvSpPr/>
            <p:nvPr userDrawn="1"/>
          </p:nvSpPr>
          <p:spPr>
            <a:xfrm>
              <a:off x="624840" y="1803333"/>
              <a:ext cx="3251334" cy="3251334"/>
            </a:xfrm>
            <a:prstGeom prst="ellipse">
              <a:avLst/>
            </a:prstGeom>
            <a:solidFill>
              <a:schemeClr val="tx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0" tIns="360000" rIns="360000" bIns="360000" rtlCol="0" anchor="ctr" anchorCtr="1"/>
            <a:lstStyle/>
            <a:p>
              <a:pPr algn="ctr"/>
              <a:endParaRPr lang="fr-FR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Ellipse 8"/>
            <p:cNvSpPr/>
            <p:nvPr userDrawn="1"/>
          </p:nvSpPr>
          <p:spPr>
            <a:xfrm>
              <a:off x="3215640" y="1803333"/>
              <a:ext cx="3251334" cy="3251334"/>
            </a:xfrm>
            <a:prstGeom prst="ellipse">
              <a:avLst/>
            </a:prstGeom>
            <a:solidFill>
              <a:schemeClr val="tx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0" tIns="360000" rIns="360000" bIns="360000" rtlCol="0" anchor="ctr" anchorCtr="1"/>
            <a:lstStyle/>
            <a:p>
              <a:pPr algn="ctr"/>
              <a:endParaRPr lang="fr-FR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Ellipse 9"/>
            <p:cNvSpPr/>
            <p:nvPr userDrawn="1"/>
          </p:nvSpPr>
          <p:spPr>
            <a:xfrm>
              <a:off x="5806440" y="1803333"/>
              <a:ext cx="3251334" cy="3251334"/>
            </a:xfrm>
            <a:prstGeom prst="ellipse">
              <a:avLst/>
            </a:prstGeom>
            <a:solidFill>
              <a:schemeClr val="tx2">
                <a:alpha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0" tIns="360000" rIns="360000" bIns="360000" rtlCol="0" anchor="ctr" anchorCtr="1"/>
            <a:lstStyle/>
            <a:p>
              <a:pPr algn="ctr"/>
              <a:endParaRPr lang="fr-FR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Ellipse 10"/>
            <p:cNvSpPr/>
            <p:nvPr userDrawn="1"/>
          </p:nvSpPr>
          <p:spPr>
            <a:xfrm>
              <a:off x="8397240" y="1803333"/>
              <a:ext cx="3251334" cy="3251334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0" tIns="360000" rIns="360000" bIns="360000" rtlCol="0" anchor="ctr" anchorCtr="1"/>
            <a:lstStyle/>
            <a:p>
              <a:pPr algn="ctr"/>
              <a:endParaRPr lang="fr-FR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9" name="Text Placeholder 2"/>
          <p:cNvSpPr>
            <a:spLocks noGrp="1"/>
          </p:cNvSpPr>
          <p:nvPr>
            <p:ph idx="13" hasCustomPrompt="1"/>
          </p:nvPr>
        </p:nvSpPr>
        <p:spPr>
          <a:xfrm>
            <a:off x="3876698" y="2317138"/>
            <a:ext cx="1930266" cy="3251334"/>
          </a:xfrm>
          <a:prstGeom prst="rect">
            <a:avLst/>
          </a:prstGeom>
          <a:noFill/>
        </p:spPr>
        <p:txBody>
          <a:bodyPr vert="horz" lIns="180000" tIns="180000" rIns="180000" bIns="180000" rtlCol="0" anchor="ctr" anchorCtr="1">
            <a:normAutofit/>
          </a:bodyPr>
          <a:lstStyle>
            <a:lvl1pPr marL="0" indent="0">
              <a:buNone/>
              <a:defRPr sz="2400" b="1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 err="1" smtClean="0"/>
              <a:t>Lorem</a:t>
            </a:r>
            <a:r>
              <a:rPr lang="fr-FR" dirty="0" smtClean="0"/>
              <a:t> </a:t>
            </a:r>
            <a:r>
              <a:rPr lang="fr-FR" dirty="0" err="1" smtClean="0"/>
              <a:t>ipsum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idx="14" hasCustomPrompt="1"/>
          </p:nvPr>
        </p:nvSpPr>
        <p:spPr>
          <a:xfrm>
            <a:off x="1285898" y="2317138"/>
            <a:ext cx="1930266" cy="3251334"/>
          </a:xfrm>
          <a:prstGeom prst="rect">
            <a:avLst/>
          </a:prstGeom>
          <a:noFill/>
        </p:spPr>
        <p:txBody>
          <a:bodyPr vert="horz" lIns="180000" tIns="180000" rIns="180000" bIns="180000" rtlCol="0" anchor="ctr" anchorCtr="1">
            <a:norm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 err="1" smtClean="0"/>
              <a:t>Lorem</a:t>
            </a:r>
            <a:r>
              <a:rPr lang="fr-FR" dirty="0" smtClean="0"/>
              <a:t> </a:t>
            </a:r>
            <a:r>
              <a:rPr lang="fr-FR" dirty="0" err="1" smtClean="0"/>
              <a:t>ipsum</a:t>
            </a:r>
            <a:endParaRPr lang="en-US" dirty="0"/>
          </a:p>
        </p:txBody>
      </p:sp>
      <p:sp>
        <p:nvSpPr>
          <p:cNvPr id="14" name="Titre 1"/>
          <p:cNvSpPr>
            <a:spLocks noGrp="1"/>
          </p:cNvSpPr>
          <p:nvPr>
            <p:ph type="title" hasCustomPrompt="1"/>
          </p:nvPr>
        </p:nvSpPr>
        <p:spPr>
          <a:xfrm>
            <a:off x="361545" y="233344"/>
            <a:ext cx="11468910" cy="1241777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algn="ctr">
              <a:defRPr sz="4000" b="1">
                <a:solidFill>
                  <a:schemeClr val="accent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 smtClean="0"/>
              <a:t>Titre</a:t>
            </a:r>
            <a:endParaRPr lang="fr-FR" dirty="0"/>
          </a:p>
        </p:txBody>
      </p:sp>
      <p:sp>
        <p:nvSpPr>
          <p:cNvPr id="13" name="Text Placeholder 2"/>
          <p:cNvSpPr>
            <a:spLocks noGrp="1"/>
          </p:cNvSpPr>
          <p:nvPr>
            <p:ph idx="15" hasCustomPrompt="1"/>
          </p:nvPr>
        </p:nvSpPr>
        <p:spPr>
          <a:xfrm>
            <a:off x="6467498" y="2317138"/>
            <a:ext cx="1930266" cy="3251334"/>
          </a:xfrm>
          <a:prstGeom prst="rect">
            <a:avLst/>
          </a:prstGeom>
          <a:noFill/>
        </p:spPr>
        <p:txBody>
          <a:bodyPr vert="horz" lIns="180000" tIns="180000" rIns="180000" bIns="180000" rtlCol="0" anchor="ctr" anchorCtr="1">
            <a:normAutofit/>
          </a:bodyPr>
          <a:lstStyle>
            <a:lvl1pPr marL="0" indent="0">
              <a:buNone/>
              <a:defRPr sz="2400" b="1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 err="1" smtClean="0"/>
              <a:t>Lorem</a:t>
            </a:r>
            <a:r>
              <a:rPr lang="fr-FR" dirty="0" smtClean="0"/>
              <a:t> </a:t>
            </a:r>
            <a:r>
              <a:rPr lang="fr-FR" dirty="0" err="1" smtClean="0"/>
              <a:t>ipsum</a:t>
            </a:r>
            <a:endParaRPr lang="en-US" dirty="0"/>
          </a:p>
        </p:txBody>
      </p:sp>
      <p:sp>
        <p:nvSpPr>
          <p:cNvPr id="15" name="Text Placeholder 2"/>
          <p:cNvSpPr>
            <a:spLocks noGrp="1"/>
          </p:cNvSpPr>
          <p:nvPr>
            <p:ph idx="16" hasCustomPrompt="1"/>
          </p:nvPr>
        </p:nvSpPr>
        <p:spPr>
          <a:xfrm>
            <a:off x="9058298" y="2317138"/>
            <a:ext cx="1930266" cy="3251334"/>
          </a:xfrm>
          <a:prstGeom prst="rect">
            <a:avLst/>
          </a:prstGeom>
          <a:noFill/>
        </p:spPr>
        <p:txBody>
          <a:bodyPr vert="horz" lIns="180000" tIns="180000" rIns="180000" bIns="180000" rtlCol="0" anchor="ctr" anchorCtr="1">
            <a:normAutofit/>
          </a:bodyPr>
          <a:lstStyle>
            <a:lvl1pPr marL="0" indent="0">
              <a:buNone/>
              <a:defRPr sz="2400" b="1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 err="1" smtClean="0"/>
              <a:t>Lorem</a:t>
            </a:r>
            <a:r>
              <a:rPr lang="fr-FR" dirty="0" smtClean="0"/>
              <a:t> </a:t>
            </a:r>
            <a:r>
              <a:rPr lang="fr-FR" dirty="0" err="1" smtClean="0"/>
              <a:t>ipsum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4651111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/>
          <p:cNvSpPr>
            <a:spLocks noGrp="1"/>
          </p:cNvSpPr>
          <p:nvPr>
            <p:ph idx="17"/>
          </p:nvPr>
        </p:nvSpPr>
        <p:spPr>
          <a:xfrm>
            <a:off x="9141599" y="944206"/>
            <a:ext cx="3049200" cy="5913785"/>
          </a:xfrm>
          <a:prstGeom prst="rect">
            <a:avLst/>
          </a:prstGeom>
          <a:solidFill>
            <a:schemeClr val="tx1">
              <a:lumMod val="25000"/>
              <a:lumOff val="75000"/>
            </a:schemeClr>
          </a:solidFill>
          <a:effectLst>
            <a:outerShdw blurRad="190500" dist="25400" algn="l" rotWithShape="0">
              <a:schemeClr val="tx1">
                <a:alpha val="50000"/>
              </a:schemeClr>
            </a:outerShdw>
          </a:effectLst>
        </p:spPr>
        <p:txBody>
          <a:bodyPr vert="horz" lIns="180000" tIns="180000" rIns="180000" bIns="180000" rtlCol="0" anchor="ctr" anchorCtr="0">
            <a:normAutofit/>
          </a:bodyPr>
          <a:lstStyle>
            <a:lvl1pPr marL="342900" indent="-34290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0100" indent="-34290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57300" indent="-34290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5735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1455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10" name="Text Placeholder 2"/>
          <p:cNvSpPr>
            <a:spLocks noGrp="1"/>
          </p:cNvSpPr>
          <p:nvPr>
            <p:ph idx="16"/>
          </p:nvPr>
        </p:nvSpPr>
        <p:spPr>
          <a:xfrm>
            <a:off x="6095999" y="944207"/>
            <a:ext cx="3049200" cy="5913785"/>
          </a:xfrm>
          <a:prstGeom prst="rect">
            <a:avLst/>
          </a:prstGeom>
          <a:solidFill>
            <a:schemeClr val="bg2">
              <a:lumMod val="75000"/>
            </a:schemeClr>
          </a:solidFill>
          <a:effectLst>
            <a:outerShdw blurRad="190500" dist="25400" algn="l" rotWithShape="0">
              <a:schemeClr val="tx1">
                <a:alpha val="50000"/>
              </a:schemeClr>
            </a:outerShdw>
          </a:effectLst>
        </p:spPr>
        <p:txBody>
          <a:bodyPr vert="horz" lIns="180000" tIns="180000" rIns="180000" bIns="180000" rtlCol="0" anchor="ctr" anchorCtr="0">
            <a:normAutofit/>
          </a:bodyPr>
          <a:lstStyle>
            <a:lvl1pPr marL="342900" indent="-34290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0100" indent="-34290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57300" indent="-34290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5735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1455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9" name="Text Placeholder 2"/>
          <p:cNvSpPr>
            <a:spLocks noGrp="1"/>
          </p:cNvSpPr>
          <p:nvPr>
            <p:ph idx="15"/>
          </p:nvPr>
        </p:nvSpPr>
        <p:spPr>
          <a:xfrm>
            <a:off x="3049200" y="944208"/>
            <a:ext cx="3049200" cy="5913785"/>
          </a:xfrm>
          <a:prstGeom prst="rect">
            <a:avLst/>
          </a:prstGeom>
          <a:solidFill>
            <a:schemeClr val="tx2"/>
          </a:solidFill>
          <a:effectLst>
            <a:outerShdw blurRad="190500" dist="25400" algn="l" rotWithShape="0">
              <a:schemeClr val="tx1">
                <a:alpha val="50000"/>
              </a:schemeClr>
            </a:outerShdw>
          </a:effectLst>
        </p:spPr>
        <p:txBody>
          <a:bodyPr vert="horz" lIns="180000" tIns="180000" rIns="180000" bIns="180000" rtlCol="0" anchor="ctr" anchorCtr="0">
            <a:normAutofit/>
          </a:bodyPr>
          <a:lstStyle>
            <a:lvl1pPr marL="342900" indent="-34290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0100" indent="-34290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57300" indent="-34290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5735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1455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6" name="Text Placeholder 2"/>
          <p:cNvSpPr>
            <a:spLocks noGrp="1"/>
          </p:cNvSpPr>
          <p:nvPr>
            <p:ph idx="14"/>
          </p:nvPr>
        </p:nvSpPr>
        <p:spPr>
          <a:xfrm>
            <a:off x="0" y="944209"/>
            <a:ext cx="3049200" cy="5913785"/>
          </a:xfrm>
          <a:prstGeom prst="rect">
            <a:avLst/>
          </a:prstGeom>
          <a:solidFill>
            <a:schemeClr val="accent1">
              <a:lumMod val="50000"/>
            </a:schemeClr>
          </a:solidFill>
          <a:effectLst>
            <a:outerShdw blurRad="190500" dist="25400" algn="l" rotWithShape="0">
              <a:schemeClr val="tx1">
                <a:alpha val="50000"/>
              </a:schemeClr>
            </a:outerShdw>
          </a:effectLst>
        </p:spPr>
        <p:txBody>
          <a:bodyPr vert="horz" lIns="180000" tIns="180000" rIns="180000" bIns="180000" rtlCol="0" anchor="ctr" anchorCtr="0">
            <a:normAutofit/>
          </a:bodyPr>
          <a:lstStyle>
            <a:lvl1pPr marL="342900" indent="-34290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0100" indent="-34290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57300" indent="-34290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5735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1455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14" name="Titre 1"/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1999" cy="944217"/>
          </a:xfrm>
          <a:prstGeom prst="rect">
            <a:avLst/>
          </a:prstGeom>
          <a:solidFill>
            <a:schemeClr val="bg1"/>
          </a:solidFill>
        </p:spPr>
        <p:txBody>
          <a:bodyPr anchor="ctr" anchorCtr="0">
            <a:normAutofit/>
          </a:bodyPr>
          <a:lstStyle>
            <a:lvl1pPr algn="ctr">
              <a:defRPr sz="4000" b="1">
                <a:solidFill>
                  <a:schemeClr val="accent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 smtClean="0"/>
              <a:t>Titre</a:t>
            </a:r>
            <a:endParaRPr lang="fr-FR" dirty="0"/>
          </a:p>
        </p:txBody>
      </p:sp>
      <p:sp>
        <p:nvSpPr>
          <p:cNvPr id="7" name="Espace réservé du texte 3"/>
          <p:cNvSpPr txBox="1">
            <a:spLocks/>
          </p:cNvSpPr>
          <p:nvPr userDrawn="1"/>
        </p:nvSpPr>
        <p:spPr>
          <a:xfrm>
            <a:off x="11575915" y="6400799"/>
            <a:ext cx="616085" cy="457201"/>
          </a:xfrm>
          <a:prstGeom prst="rect">
            <a:avLst/>
          </a:prstGeom>
        </p:spPr>
        <p:txBody>
          <a:bodyPr anchor="ctr" anchorCtr="1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1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1B5C742-7223-4F06-A8F9-BF4AE3F3F34E}" type="slidenum">
              <a:rPr lang="fr-FR" smtClean="0"/>
              <a:pPr/>
              <a:t>‹N°›</a:t>
            </a:fld>
            <a:endParaRPr lang="fr-FR" dirty="0"/>
          </a:p>
        </p:txBody>
      </p:sp>
      <p:pic>
        <p:nvPicPr>
          <p:cNvPr id="8" name="Imag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9506" y="185057"/>
            <a:ext cx="812818" cy="242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133467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2820" y="2210343"/>
            <a:ext cx="5346359" cy="2437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675882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texte 3"/>
          <p:cNvSpPr txBox="1">
            <a:spLocks/>
          </p:cNvSpPr>
          <p:nvPr userDrawn="1"/>
        </p:nvSpPr>
        <p:spPr>
          <a:xfrm>
            <a:off x="11575915" y="6400799"/>
            <a:ext cx="616085" cy="457201"/>
          </a:xfrm>
          <a:prstGeom prst="rect">
            <a:avLst/>
          </a:prstGeom>
        </p:spPr>
        <p:txBody>
          <a:bodyPr anchor="ctr" anchorCtr="1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1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1B5C742-7223-4F06-A8F9-BF4AE3F3F34E}" type="slidenum">
              <a:rPr lang="fr-FR" smtClean="0"/>
              <a:pPr/>
              <a:t>‹N°›</a:t>
            </a:fld>
            <a:endParaRPr lang="fr-FR" dirty="0"/>
          </a:p>
        </p:txBody>
      </p:sp>
      <p:pic>
        <p:nvPicPr>
          <p:cNvPr id="2" name="Image 1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9506" y="185057"/>
            <a:ext cx="812818" cy="242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1682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  <p:sldLayoutId id="2147483753" r:id="rId2"/>
    <p:sldLayoutId id="2147483754" r:id="rId3"/>
    <p:sldLayoutId id="2147483755" r:id="rId4"/>
    <p:sldLayoutId id="2147483756" r:id="rId5"/>
    <p:sldLayoutId id="2147483757" r:id="rId6"/>
    <p:sldLayoutId id="2147483758" r:id="rId7"/>
    <p:sldLayoutId id="2147483759" r:id="rId8"/>
    <p:sldLayoutId id="2147483763" r:id="rId9"/>
    <p:sldLayoutId id="2147483760" r:id="rId10"/>
    <p:sldLayoutId id="2147483761" r:id="rId11"/>
    <p:sldLayoutId id="2147483762" r:id="rId12"/>
  </p:sldLayoutIdLst>
  <p:timing>
    <p:tnLst>
      <p:par>
        <p:cTn id="1" dur="indefinite" restart="never" nodeType="tmRoot"/>
      </p:par>
    </p:tnLst>
  </p:timing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 smtClean="0"/>
              <a:t>Préconisations</a:t>
            </a:r>
            <a:br>
              <a:rPr lang="fr-FR" dirty="0" smtClean="0"/>
            </a:br>
            <a:r>
              <a:rPr lang="fr-FR" dirty="0" smtClean="0"/>
              <a:t>pour les éditeurs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" y="4728134"/>
            <a:ext cx="12191999" cy="1014081"/>
          </a:xfrm>
        </p:spPr>
        <p:txBody>
          <a:bodyPr/>
          <a:lstStyle/>
          <a:p>
            <a:r>
              <a:rPr lang="fr-FR" b="0" dirty="0"/>
              <a:t>Installation Cryptolib-CPS 5.2</a:t>
            </a:r>
          </a:p>
        </p:txBody>
      </p:sp>
      <p:sp>
        <p:nvSpPr>
          <p:cNvPr id="4" name="Espace réservé du contenu 2"/>
          <p:cNvSpPr txBox="1">
            <a:spLocks/>
          </p:cNvSpPr>
          <p:nvPr/>
        </p:nvSpPr>
        <p:spPr>
          <a:xfrm>
            <a:off x="1" y="4162984"/>
            <a:ext cx="12191999" cy="1014081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b="0" dirty="0"/>
          </a:p>
        </p:txBody>
      </p:sp>
      <p:sp>
        <p:nvSpPr>
          <p:cNvPr id="5" name="Espace réservé du contenu 2"/>
          <p:cNvSpPr txBox="1">
            <a:spLocks/>
          </p:cNvSpPr>
          <p:nvPr/>
        </p:nvSpPr>
        <p:spPr>
          <a:xfrm>
            <a:off x="-130628" y="6161315"/>
            <a:ext cx="12191999" cy="594981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000" b="0" dirty="0" smtClean="0"/>
              <a:t>V1.0 – 11/04/25</a:t>
            </a:r>
            <a:endParaRPr lang="fr-FR" sz="2000" b="0" dirty="0"/>
          </a:p>
        </p:txBody>
      </p:sp>
    </p:spTree>
    <p:extLst>
      <p:ext uri="{BB962C8B-B14F-4D97-AF65-F5344CB8AC3E}">
        <p14:creationId xmlns:p14="http://schemas.microsoft.com/office/powerpoint/2010/main" val="1055681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contenu 9"/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r>
              <a:rPr lang="fr-FR" sz="2600" dirty="0"/>
              <a:t>Sur un poste Windows 64 bits, installer la Cryptolib 64 bits (qui inclut les librairies 32 bits). </a:t>
            </a:r>
            <a:r>
              <a:rPr lang="fr-FR" sz="2400" dirty="0"/>
              <a:t>La Cryptolib CPS en installeur « .exe » sélectionne automatiquement l’installeur « .</a:t>
            </a:r>
            <a:r>
              <a:rPr lang="fr-FR" sz="2400" dirty="0" err="1"/>
              <a:t>msi</a:t>
            </a:r>
            <a:r>
              <a:rPr lang="fr-FR" sz="2400" dirty="0"/>
              <a:t> » adapté à l’architecture du poste de travail.</a:t>
            </a:r>
          </a:p>
          <a:p>
            <a:pPr marL="0" indent="0">
              <a:buNone/>
            </a:pPr>
            <a:endParaRPr lang="fr-FR" sz="2200" dirty="0"/>
          </a:p>
          <a:p>
            <a:r>
              <a:rPr lang="fr-FR" sz="2600" dirty="0"/>
              <a:t>Désinstaller proprement la Cryptolib CPS présente sur le poste</a:t>
            </a:r>
          </a:p>
          <a:p>
            <a:pPr lvl="1"/>
            <a:r>
              <a:rPr lang="fr-FR" dirty="0"/>
              <a:t>S’assurer en particulier qu’il n’y a pas de librairie PKCS#11 dans un autre répertoire que ceux utilisés par l’installeur.</a:t>
            </a:r>
          </a:p>
          <a:p>
            <a:pPr lvl="1"/>
            <a:endParaRPr lang="fr-FR" dirty="0"/>
          </a:p>
          <a:p>
            <a:r>
              <a:rPr lang="fr-FR" sz="2600" dirty="0"/>
              <a:t>Tester obligatoirement le couple Cryptolib CPS 5.2 et CPS4 de test avec vos logiciels avant toute diffusion auprès des PS.</a:t>
            </a:r>
          </a:p>
        </p:txBody>
      </p:sp>
      <p:sp>
        <p:nvSpPr>
          <p:cNvPr id="9" name="Titr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Préconisations d’installation</a:t>
            </a:r>
          </a:p>
        </p:txBody>
      </p:sp>
      <p:sp>
        <p:nvSpPr>
          <p:cNvPr id="4" name="Espace réservé du contenu 2"/>
          <p:cNvSpPr txBox="1">
            <a:spLocks/>
          </p:cNvSpPr>
          <p:nvPr/>
        </p:nvSpPr>
        <p:spPr>
          <a:xfrm>
            <a:off x="0" y="6444341"/>
            <a:ext cx="12191999" cy="442582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400" b="0" dirty="0" smtClean="0">
                <a:solidFill>
                  <a:schemeClr val="tx1"/>
                </a:solidFill>
              </a:rPr>
              <a:t>V1.0 – 11/04/25</a:t>
            </a:r>
            <a:endParaRPr lang="fr-FR" sz="1400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46007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contenu 9"/>
          <p:cNvSpPr>
            <a:spLocks noGrp="1"/>
          </p:cNvSpPr>
          <p:nvPr>
            <p:ph idx="1"/>
          </p:nvPr>
        </p:nvSpPr>
        <p:spPr/>
        <p:txBody>
          <a:bodyPr anchor="t">
            <a:normAutofit fontScale="85000" lnSpcReduction="10000"/>
          </a:bodyPr>
          <a:lstStyle/>
          <a:p>
            <a:r>
              <a:rPr lang="fr-FR" sz="2200" dirty="0"/>
              <a:t>A partir du moment où l’on s’appuie sur la Cryptolib CPS, le </a:t>
            </a:r>
            <a:r>
              <a:rPr lang="fr-FR" sz="2200" dirty="0" err="1"/>
              <a:t>token</a:t>
            </a:r>
            <a:r>
              <a:rPr lang="fr-FR" sz="2200" dirty="0"/>
              <a:t> remonté est forcément une carte CPS, qui sera traitée de la même manière quelle que soit sa version (abstraction PKCS#11). Si l’on veut distinguer le type de CPS (CPS3 ou CPS4) pour un besoin spécifique, seule la partie surlignée en jaune permet de le faire. Le </a:t>
            </a:r>
            <a:r>
              <a:rPr lang="fr-FR" sz="2200" dirty="0">
                <a:solidFill>
                  <a:srgbClr val="FF0000"/>
                </a:solidFill>
              </a:rPr>
              <a:t>Y</a:t>
            </a:r>
            <a:r>
              <a:rPr lang="fr-FR" sz="2200" dirty="0"/>
              <a:t> peut évoluer dans le temps et ne doit pas être testé.</a:t>
            </a:r>
          </a:p>
          <a:p>
            <a:pPr lvl="1"/>
            <a:r>
              <a:rPr lang="fr-FR" dirty="0"/>
              <a:t>Label CPS3 = </a:t>
            </a:r>
            <a:r>
              <a:rPr lang="fr-FR" b="1" dirty="0">
                <a:highlight>
                  <a:srgbClr val="FFFF00"/>
                </a:highlight>
              </a:rPr>
              <a:t>CPS3</a:t>
            </a:r>
            <a:r>
              <a:rPr lang="fr-FR" dirty="0"/>
              <a:t>v</a:t>
            </a:r>
            <a:r>
              <a:rPr lang="fr-FR" dirty="0">
                <a:solidFill>
                  <a:srgbClr val="FF0000"/>
                </a:solidFill>
              </a:rPr>
              <a:t>Y</a:t>
            </a:r>
            <a:r>
              <a:rPr lang="fr-FR" dirty="0"/>
              <a:t>-XXXXXXXXXX</a:t>
            </a:r>
          </a:p>
          <a:p>
            <a:pPr lvl="1"/>
            <a:r>
              <a:rPr lang="fr-FR" dirty="0"/>
              <a:t>Label CPS4 = </a:t>
            </a:r>
            <a:r>
              <a:rPr lang="fr-FR" b="1" dirty="0">
                <a:highlight>
                  <a:srgbClr val="FFFF00"/>
                </a:highlight>
              </a:rPr>
              <a:t>CPS4</a:t>
            </a:r>
            <a:r>
              <a:rPr lang="fr-FR" dirty="0"/>
              <a:t>v</a:t>
            </a:r>
            <a:r>
              <a:rPr lang="fr-FR" dirty="0">
                <a:solidFill>
                  <a:srgbClr val="FF0000"/>
                </a:solidFill>
              </a:rPr>
              <a:t>Y</a:t>
            </a:r>
            <a:r>
              <a:rPr lang="fr-FR" dirty="0"/>
              <a:t>-XXXXXXXXXX</a:t>
            </a:r>
          </a:p>
          <a:p>
            <a:pPr marL="0" indent="0">
              <a:buNone/>
            </a:pPr>
            <a:endParaRPr lang="fr-FR" dirty="0">
              <a:solidFill>
                <a:srgbClr val="C00000"/>
              </a:solidFill>
            </a:endParaRPr>
          </a:p>
          <a:p>
            <a:pPr fontAlgn="ctr"/>
            <a:r>
              <a:rPr lang="fr-FR" dirty="0"/>
              <a:t>Dans le cas où vous obtenez l’erreur CKR_ARGUMENTS_BAD lors d’une signature avec la clé d’authentification d’une CPS4 : si l’appel à l’API PKCS#11 </a:t>
            </a:r>
            <a:r>
              <a:rPr lang="fr-FR" i="1" dirty="0" err="1"/>
              <a:t>C_Sign</a:t>
            </a:r>
            <a:r>
              <a:rPr lang="fr-FR" i="1" dirty="0"/>
              <a:t>()</a:t>
            </a:r>
            <a:endParaRPr lang="fr-FR" dirty="0"/>
          </a:p>
          <a:p>
            <a:pPr lvl="1" fontAlgn="ctr"/>
            <a:r>
              <a:rPr lang="fr-FR" dirty="0"/>
              <a:t>Est réalisé par votre solution :</a:t>
            </a:r>
          </a:p>
          <a:p>
            <a:pPr lvl="2" fontAlgn="ctr"/>
            <a:r>
              <a:rPr lang="fr-FR" dirty="0"/>
              <a:t>Vérifier que le dernier paramètre </a:t>
            </a:r>
            <a:r>
              <a:rPr lang="fr-FR" i="1" dirty="0" err="1"/>
              <a:t>pulSignatureLen</a:t>
            </a:r>
            <a:r>
              <a:rPr lang="fr-FR" dirty="0"/>
              <a:t> est bien initialisé à 256 (taille de la clé), et corriger cette valeur si ce n’est pas le cas.</a:t>
            </a:r>
          </a:p>
          <a:p>
            <a:pPr lvl="1" fontAlgn="ctr"/>
            <a:r>
              <a:rPr lang="fr-FR" dirty="0"/>
              <a:t>Est réalisé par un composant tiers sur lequel vous n’avez pas la main (ex: Java) :</a:t>
            </a:r>
          </a:p>
          <a:p>
            <a:pPr lvl="2" fontAlgn="ctr"/>
            <a:r>
              <a:rPr lang="fr-FR" dirty="0"/>
              <a:t>Saisissez un ticket IRIS GIE SESAM-Vitale pour une prise en charge de </a:t>
            </a:r>
            <a:r>
              <a:rPr lang="fr-FR" dirty="0" smtClean="0"/>
              <a:t>l’incident.</a:t>
            </a:r>
            <a:endParaRPr lang="fr-FR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fr-FR" dirty="0"/>
          </a:p>
        </p:txBody>
      </p:sp>
      <p:sp>
        <p:nvSpPr>
          <p:cNvPr id="9" name="Titr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Préconisations de développement</a:t>
            </a:r>
          </a:p>
        </p:txBody>
      </p:sp>
      <p:sp>
        <p:nvSpPr>
          <p:cNvPr id="4" name="Espace réservé du contenu 2"/>
          <p:cNvSpPr txBox="1">
            <a:spLocks/>
          </p:cNvSpPr>
          <p:nvPr/>
        </p:nvSpPr>
        <p:spPr>
          <a:xfrm>
            <a:off x="0" y="6444341"/>
            <a:ext cx="12191999" cy="442582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400" b="0" dirty="0" smtClean="0">
                <a:solidFill>
                  <a:schemeClr val="tx1"/>
                </a:solidFill>
              </a:rPr>
              <a:t>V1.0 – 11/04/25</a:t>
            </a:r>
            <a:endParaRPr lang="fr-FR" sz="1400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10970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029518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GIESV-2024">
  <a:themeElements>
    <a:clrScheme name="SESAM-Vitale 2024 monochrome">
      <a:dk1>
        <a:srgbClr val="112354"/>
      </a:dk1>
      <a:lt1>
        <a:srgbClr val="F5F5ED"/>
      </a:lt1>
      <a:dk2>
        <a:srgbClr val="3A5FD6"/>
      </a:dk2>
      <a:lt2>
        <a:srgbClr val="E8EDFF"/>
      </a:lt2>
      <a:accent1>
        <a:srgbClr val="3A5FD6"/>
      </a:accent1>
      <a:accent2>
        <a:srgbClr val="3A5FD6"/>
      </a:accent2>
      <a:accent3>
        <a:srgbClr val="94A8FF"/>
      </a:accent3>
      <a:accent4>
        <a:srgbClr val="94A8FF"/>
      </a:accent4>
      <a:accent5>
        <a:srgbClr val="E8EDFF"/>
      </a:accent5>
      <a:accent6>
        <a:srgbClr val="E8EDFF"/>
      </a:accent6>
      <a:hlink>
        <a:srgbClr val="112354"/>
      </a:hlink>
      <a:folHlink>
        <a:srgbClr val="3A5FD6"/>
      </a:folHlink>
    </a:clrScheme>
    <a:fontScheme name="Vitale Day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dèle vierge présentation générale 2024" id="{2DDC0511-EBDA-4695-A43D-9FC34BB41A9E}" vid="{237874DD-2FCE-40E3-A4D2-BB90D21907E6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Personnalisé 1">
      <a:dk1>
        <a:srgbClr val="112354"/>
      </a:dk1>
      <a:lt1>
        <a:srgbClr val="F5F5ED"/>
      </a:lt1>
      <a:dk2>
        <a:srgbClr val="3A5FD6"/>
      </a:dk2>
      <a:lt2>
        <a:srgbClr val="E8EDFF"/>
      </a:lt2>
      <a:accent1>
        <a:srgbClr val="3A5FD6"/>
      </a:accent1>
      <a:accent2>
        <a:srgbClr val="3A5FD6"/>
      </a:accent2>
      <a:accent3>
        <a:srgbClr val="94A8FF"/>
      </a:accent3>
      <a:accent4>
        <a:srgbClr val="94A8FF"/>
      </a:accent4>
      <a:accent5>
        <a:srgbClr val="E8EDFF"/>
      </a:accent5>
      <a:accent6>
        <a:srgbClr val="E8EDFF"/>
      </a:accent6>
      <a:hlink>
        <a:srgbClr val="112354"/>
      </a:hlink>
      <a:folHlink>
        <a:srgbClr val="3A5FD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31C11BCE78F3C4F90FF3AED61C67EEB" ma:contentTypeVersion="11" ma:contentTypeDescription="Crée un document." ma:contentTypeScope="" ma:versionID="0b6eb335cae692429635baa1e5e72cab">
  <xsd:schema xmlns:xsd="http://www.w3.org/2001/XMLSchema" xmlns:xs="http://www.w3.org/2001/XMLSchema" xmlns:p="http://schemas.microsoft.com/office/2006/metadata/properties" xmlns:ns2="98b4a7c4-f91a-4d1d-93bd-b6765a41adc4" xmlns:ns3="569a8a2f-5bf5-4a4d-bce1-03485ea91705" targetNamespace="http://schemas.microsoft.com/office/2006/metadata/properties" ma:root="true" ma:fieldsID="2c19f57cae39556cfea552f346b4465e" ns2:_="" ns3:_="">
    <xsd:import namespace="98b4a7c4-f91a-4d1d-93bd-b6765a41adc4"/>
    <xsd:import namespace="569a8a2f-5bf5-4a4d-bce1-03485ea9170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8b4a7c4-f91a-4d1d-93bd-b6765a41adc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alises d’images" ma:readOnly="false" ma:fieldId="{5cf76f15-5ced-4ddc-b409-7134ff3c332f}" ma:taxonomyMulti="true" ma:sspId="951aebc1-a38b-4816-b0c2-2630c4d17b0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69a8a2f-5bf5-4a4d-bce1-03485ea91705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f4c89a8a-924f-4ecf-9fb5-bd563757e816}" ma:internalName="TaxCatchAll" ma:showField="CatchAllData" ma:web="569a8a2f-5bf5-4a4d-bce1-03485ea9170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8b4a7c4-f91a-4d1d-93bd-b6765a41adc4">
      <Terms xmlns="http://schemas.microsoft.com/office/infopath/2007/PartnerControls"/>
    </lcf76f155ced4ddcb4097134ff3c332f>
    <TaxCatchAll xmlns="569a8a2f-5bf5-4a4d-bce1-03485ea91705" xsi:nil="true"/>
  </documentManagement>
</p:properties>
</file>

<file path=customXml/itemProps1.xml><?xml version="1.0" encoding="utf-8"?>
<ds:datastoreItem xmlns:ds="http://schemas.openxmlformats.org/officeDocument/2006/customXml" ds:itemID="{A78A484E-AD5B-43B3-BB1A-6A4A3CA7646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8b4a7c4-f91a-4d1d-93bd-b6765a41adc4"/>
    <ds:schemaRef ds:uri="569a8a2f-5bf5-4a4d-bce1-03485ea9170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CE6D59E-8875-41DC-9DCF-C6A82FA76C3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269259D-C543-456E-A9E9-A84D325969C8}">
  <ds:schemaRefs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98b4a7c4-f91a-4d1d-93bd-b6765a41adc4"/>
    <ds:schemaRef ds:uri="http://schemas.microsoft.com/office/2006/metadata/properties"/>
    <ds:schemaRef ds:uri="http://schemas.microsoft.com/office/2006/documentManagement/types"/>
    <ds:schemaRef ds:uri="http://purl.org/dc/elements/1.1/"/>
    <ds:schemaRef ds:uri="569a8a2f-5bf5-4a4d-bce1-03485ea91705"/>
    <ds:schemaRef ds:uri="http://www.w3.org/XML/1998/namespace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Modèle vierge présentation générale 2024</Template>
  <TotalTime>1115</TotalTime>
  <Words>302</Words>
  <Application>Microsoft Office PowerPoint</Application>
  <PresentationFormat>Grand écran</PresentationFormat>
  <Paragraphs>24</Paragraphs>
  <Slides>4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8" baseType="lpstr">
      <vt:lpstr>Arial</vt:lpstr>
      <vt:lpstr>Arial Black</vt:lpstr>
      <vt:lpstr>Calibri</vt:lpstr>
      <vt:lpstr>ThèmeGIESV-2024</vt:lpstr>
      <vt:lpstr>Préconisations pour les éditeurs</vt:lpstr>
      <vt:lpstr>Préconisations d’installation</vt:lpstr>
      <vt:lpstr>Préconisations de développement</vt:lpstr>
      <vt:lpstr>Présentation PowerPoint</vt:lpstr>
    </vt:vector>
  </TitlesOfParts>
  <Company>GIE SESAM VITALE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JE SUIS UN TITRE</dc:title>
  <dc:creator>HERBERT Marie</dc:creator>
  <cp:lastModifiedBy>HERBERT Marie</cp:lastModifiedBy>
  <cp:revision>159</cp:revision>
  <dcterms:created xsi:type="dcterms:W3CDTF">2025-03-13T14:43:07Z</dcterms:created>
  <dcterms:modified xsi:type="dcterms:W3CDTF">2025-04-15T07:57:50Z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0x010100E31C11BCE78F3C4F90FF3AED61C67EEB</vt:lpwstr>
  </property>
</Properties>
</file>